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3FA"/>
    <a:srgbClr val="C7E8F5"/>
    <a:srgbClr val="BCD3AD"/>
    <a:srgbClr val="F6F9F4"/>
    <a:srgbClr val="DDADAD"/>
    <a:srgbClr val="F8EEEE"/>
    <a:srgbClr val="FFFF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-595" y="-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589A-A879-4527-8B26-A913D65F8101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6D6-D0C4-4559-B7A4-EBF7EE62F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046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589A-A879-4527-8B26-A913D65F8101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6D6-D0C4-4559-B7A4-EBF7EE62F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983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>
                    <a:tint val="82000"/>
                  </a:schemeClr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82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589A-A879-4527-8B26-A913D65F8101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6D6-D0C4-4559-B7A4-EBF7EE62F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342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589A-A879-4527-8B26-A913D65F8101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6D6-D0C4-4559-B7A4-EBF7EE62F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02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589A-A879-4527-8B26-A913D65F8101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6D6-D0C4-4559-B7A4-EBF7EE62F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80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589A-A879-4527-8B26-A913D65F8101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6D6-D0C4-4559-B7A4-EBF7EE62F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467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589A-A879-4527-8B26-A913D65F8101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6D6-D0C4-4559-B7A4-EBF7EE62F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43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589A-A879-4527-8B26-A913D65F8101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6D6-D0C4-4559-B7A4-EBF7EE62F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65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589A-A879-4527-8B26-A913D65F8101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6D6-D0C4-4559-B7A4-EBF7EE62F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442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589A-A879-4527-8B26-A913D65F8101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6D6-D0C4-4559-B7A4-EBF7EE62F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349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589A-A879-4527-8B26-A913D65F8101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A36D6-D0C4-4559-B7A4-EBF7EE62F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299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7B589A-A879-4527-8B26-A913D65F8101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AA36D6-D0C4-4559-B7A4-EBF7EE62F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0075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599993" rtl="0" eaLnBrk="1" latinLnBrk="1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1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1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1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1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1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1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1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1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1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1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1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1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1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1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1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1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1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1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59775-0E33-9B0A-91CF-D428BA9147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4FA406-548E-F789-744A-A06BE197B5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362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6C6A38D-C096-61ED-55FD-A249FCECFB33}"/>
              </a:ext>
            </a:extLst>
          </p:cNvPr>
          <p:cNvSpPr/>
          <p:nvPr/>
        </p:nvSpPr>
        <p:spPr>
          <a:xfrm>
            <a:off x="9589945" y="5705091"/>
            <a:ext cx="2524021" cy="883790"/>
          </a:xfrm>
          <a:prstGeom prst="roundRect">
            <a:avLst/>
          </a:prstGeom>
          <a:solidFill>
            <a:srgbClr val="F8EEEE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 node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5B6458F-2537-B89D-56B6-D64CE0FA37FF}"/>
              </a:ext>
            </a:extLst>
          </p:cNvPr>
          <p:cNvSpPr/>
          <p:nvPr/>
        </p:nvSpPr>
        <p:spPr>
          <a:xfrm>
            <a:off x="9589945" y="7166302"/>
            <a:ext cx="2524021" cy="883790"/>
          </a:xfrm>
          <a:prstGeom prst="roundRect">
            <a:avLst/>
          </a:prstGeom>
          <a:solidFill>
            <a:srgbClr val="F8EEEE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Sub node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1C93F06-5B4F-D96F-8661-04DDF7BD039F}"/>
              </a:ext>
            </a:extLst>
          </p:cNvPr>
          <p:cNvSpPr/>
          <p:nvPr/>
        </p:nvSpPr>
        <p:spPr>
          <a:xfrm>
            <a:off x="12979998" y="7166302"/>
            <a:ext cx="2524021" cy="883790"/>
          </a:xfrm>
          <a:prstGeom prst="roundRect">
            <a:avLst/>
          </a:prstGeom>
          <a:solidFill>
            <a:srgbClr val="F6F9F4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Simulation node</a:t>
            </a:r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5400695-2FEA-BE1B-A118-B2D5AE363EF8}"/>
              </a:ext>
            </a:extLst>
          </p:cNvPr>
          <p:cNvSpPr/>
          <p:nvPr/>
        </p:nvSpPr>
        <p:spPr>
          <a:xfrm>
            <a:off x="12979998" y="5705091"/>
            <a:ext cx="2524021" cy="883790"/>
          </a:xfrm>
          <a:prstGeom prst="roundRect">
            <a:avLst/>
          </a:prstGeom>
          <a:solidFill>
            <a:srgbClr val="F6F9F4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Validation node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30D6414-1EA8-CB2E-5A52-C4398C43D014}"/>
              </a:ext>
            </a:extLst>
          </p:cNvPr>
          <p:cNvGrpSpPr/>
          <p:nvPr/>
        </p:nvGrpSpPr>
        <p:grpSpPr>
          <a:xfrm>
            <a:off x="12940949" y="8662145"/>
            <a:ext cx="2602119" cy="2174240"/>
            <a:chOff x="6582521" y="6482080"/>
            <a:chExt cx="2602119" cy="217424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DBABE14-976C-E638-C117-5C86E4AA88C2}"/>
                </a:ext>
              </a:extLst>
            </p:cNvPr>
            <p:cNvSpPr/>
            <p:nvPr/>
          </p:nvSpPr>
          <p:spPr>
            <a:xfrm>
              <a:off x="6582521" y="6482080"/>
              <a:ext cx="2602119" cy="21742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ko-KR" sz="1200" dirty="0"/>
            </a:p>
            <a:p>
              <a:r>
                <a:rPr lang="en-US" altLang="ko-KR" sz="1200" dirty="0"/>
                <a:t> {</a:t>
              </a:r>
            </a:p>
            <a:p>
              <a:r>
                <a:rPr lang="en-US" altLang="ko-KR" sz="1200" dirty="0"/>
                <a:t>    "Metal1":"Pt",</a:t>
              </a:r>
            </a:p>
            <a:p>
              <a:r>
                <a:rPr lang="en-US" altLang="ko-KR" sz="1200" dirty="0"/>
                <a:t>    "Metal2":"Ti",</a:t>
              </a:r>
            </a:p>
            <a:p>
              <a:r>
                <a:rPr lang="en-US" altLang="ko-KR" sz="1200" dirty="0"/>
                <a:t>    "Metal1_Composition":0.75,</a:t>
              </a:r>
            </a:p>
            <a:p>
              <a:r>
                <a:rPr lang="en-US" altLang="ko-KR" sz="1200" dirty="0"/>
                <a:t>    "Metal2_Composition":0.25,</a:t>
              </a:r>
            </a:p>
            <a:p>
              <a:r>
                <a:rPr lang="en-US" altLang="ko-KR" sz="1200" dirty="0"/>
                <a:t>    "Site":"bridge",</a:t>
              </a:r>
            </a:p>
            <a:p>
              <a:r>
                <a:rPr lang="en-US" altLang="ko-KR" sz="1200" dirty="0"/>
                <a:t>    "adsorption_energy":-0.2928098649</a:t>
              </a:r>
            </a:p>
            <a:p>
              <a:r>
                <a:rPr lang="en-US" altLang="ko-KR" sz="1200" dirty="0"/>
                <a:t>  }, …</a:t>
              </a:r>
              <a:endParaRPr lang="ko-KR" altLang="en-US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B304FD-7B76-F242-C1EE-AA825DA5525B}"/>
                </a:ext>
              </a:extLst>
            </p:cNvPr>
            <p:cNvSpPr txBox="1"/>
            <p:nvPr/>
          </p:nvSpPr>
          <p:spPr>
            <a:xfrm>
              <a:off x="6582521" y="6482080"/>
              <a:ext cx="1141659" cy="982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DB</a:t>
              </a:r>
              <a:endParaRPr lang="ko-KR" altLang="en-US" dirty="0"/>
            </a:p>
          </p:txBody>
        </p:sp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B5A3ABB-09FB-5587-0D56-89209E0A2262}"/>
              </a:ext>
            </a:extLst>
          </p:cNvPr>
          <p:cNvCxnSpPr>
            <a:cxnSpLocks/>
          </p:cNvCxnSpPr>
          <p:nvPr/>
        </p:nvCxnSpPr>
        <p:spPr>
          <a:xfrm>
            <a:off x="11390435" y="6588881"/>
            <a:ext cx="0" cy="57742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3CF7A6F-6B92-369D-DA28-463B5AAAFA2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2113965" y="7608197"/>
            <a:ext cx="866032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2336BC9-AE1A-A9B4-9332-CB148DEAFC08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14242008" y="6588882"/>
            <a:ext cx="0" cy="57742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103E9B6-39BA-B2FE-03DD-DC76DB482821}"/>
              </a:ext>
            </a:extLst>
          </p:cNvPr>
          <p:cNvCxnSpPr>
            <a:cxnSpLocks/>
            <a:stCxn id="7" idx="1"/>
            <a:endCxn id="4" idx="3"/>
          </p:cNvCxnSpPr>
          <p:nvPr/>
        </p:nvCxnSpPr>
        <p:spPr>
          <a:xfrm flipH="1">
            <a:off x="12113965" y="6146986"/>
            <a:ext cx="866032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6B76F4B-F95A-D540-9E5D-060BBF1497C5}"/>
              </a:ext>
            </a:extLst>
          </p:cNvPr>
          <p:cNvCxnSpPr/>
          <p:nvPr/>
        </p:nvCxnSpPr>
        <p:spPr>
          <a:xfrm>
            <a:off x="14017476" y="8050092"/>
            <a:ext cx="0" cy="61205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A0FAFA4-4B40-8D12-AB40-A23EF70A97E7}"/>
              </a:ext>
            </a:extLst>
          </p:cNvPr>
          <p:cNvCxnSpPr>
            <a:cxnSpLocks/>
          </p:cNvCxnSpPr>
          <p:nvPr/>
        </p:nvCxnSpPr>
        <p:spPr>
          <a:xfrm flipV="1">
            <a:off x="14434036" y="8050092"/>
            <a:ext cx="0" cy="61205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73A8BFFA-28FF-7B55-AEE3-03818FC6E7BA}"/>
              </a:ext>
            </a:extLst>
          </p:cNvPr>
          <p:cNvSpPr/>
          <p:nvPr/>
        </p:nvSpPr>
        <p:spPr>
          <a:xfrm>
            <a:off x="9586905" y="5271019"/>
            <a:ext cx="1080000" cy="432000"/>
          </a:xfrm>
          <a:prstGeom prst="round1Rect">
            <a:avLst/>
          </a:prstGeom>
          <a:solidFill>
            <a:srgbClr val="DDADAD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LLM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사각형: 둥근 한쪽 모서리 39">
            <a:extLst>
              <a:ext uri="{FF2B5EF4-FFF2-40B4-BE49-F238E27FC236}">
                <a16:creationId xmlns:a16="http://schemas.microsoft.com/office/drawing/2014/main" id="{0044662A-0F55-0C57-927A-CEF5BB36BE7E}"/>
              </a:ext>
            </a:extLst>
          </p:cNvPr>
          <p:cNvSpPr/>
          <p:nvPr/>
        </p:nvSpPr>
        <p:spPr>
          <a:xfrm>
            <a:off x="9586905" y="6734302"/>
            <a:ext cx="1080000" cy="432000"/>
          </a:xfrm>
          <a:prstGeom prst="round1Rect">
            <a:avLst/>
          </a:prstGeom>
          <a:solidFill>
            <a:srgbClr val="DDADAD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LLM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사각형: 둥근 한쪽 모서리 42">
            <a:extLst>
              <a:ext uri="{FF2B5EF4-FFF2-40B4-BE49-F238E27FC236}">
                <a16:creationId xmlns:a16="http://schemas.microsoft.com/office/drawing/2014/main" id="{862AB536-2A00-1978-91A3-63E04BE274E1}"/>
              </a:ext>
            </a:extLst>
          </p:cNvPr>
          <p:cNvSpPr/>
          <p:nvPr/>
        </p:nvSpPr>
        <p:spPr>
          <a:xfrm>
            <a:off x="12971778" y="6740583"/>
            <a:ext cx="1080000" cy="432000"/>
          </a:xfrm>
          <a:prstGeom prst="round1Rect">
            <a:avLst/>
          </a:prstGeom>
          <a:solidFill>
            <a:srgbClr val="BCD3A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Tool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4" name="사각형: 둥근 한쪽 모서리 43">
            <a:extLst>
              <a:ext uri="{FF2B5EF4-FFF2-40B4-BE49-F238E27FC236}">
                <a16:creationId xmlns:a16="http://schemas.microsoft.com/office/drawing/2014/main" id="{BE39645B-B961-48BA-A80A-6D9742C2E5C7}"/>
              </a:ext>
            </a:extLst>
          </p:cNvPr>
          <p:cNvSpPr/>
          <p:nvPr/>
        </p:nvSpPr>
        <p:spPr>
          <a:xfrm>
            <a:off x="12981327" y="5271019"/>
            <a:ext cx="1080000" cy="432000"/>
          </a:xfrm>
          <a:prstGeom prst="round1Rect">
            <a:avLst/>
          </a:prstGeom>
          <a:solidFill>
            <a:srgbClr val="BCD3AD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Tool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4225761F-C314-56BD-9C43-A41ED0805126}"/>
              </a:ext>
            </a:extLst>
          </p:cNvPr>
          <p:cNvCxnSpPr>
            <a:cxnSpLocks/>
            <a:stCxn id="7" idx="3"/>
            <a:endCxn id="52" idx="1"/>
          </p:cNvCxnSpPr>
          <p:nvPr/>
        </p:nvCxnSpPr>
        <p:spPr>
          <a:xfrm flipV="1">
            <a:off x="15504019" y="5369225"/>
            <a:ext cx="1052110" cy="77776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CDFCB7F-71B4-2C84-01B9-BA4D6947FE83}"/>
              </a:ext>
            </a:extLst>
          </p:cNvPr>
          <p:cNvCxnSpPr>
            <a:cxnSpLocks/>
            <a:stCxn id="7" idx="3"/>
            <a:endCxn id="56" idx="1"/>
          </p:cNvCxnSpPr>
          <p:nvPr/>
        </p:nvCxnSpPr>
        <p:spPr>
          <a:xfrm>
            <a:off x="15504019" y="6146986"/>
            <a:ext cx="1052110" cy="105884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FE8254F-EA47-8967-53E7-6965C74123F5}"/>
              </a:ext>
            </a:extLst>
          </p:cNvPr>
          <p:cNvSpPr/>
          <p:nvPr/>
        </p:nvSpPr>
        <p:spPr>
          <a:xfrm>
            <a:off x="16556129" y="4811383"/>
            <a:ext cx="2451925" cy="11156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Final hypothesis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0B9F3DC-7BA1-A9C0-1E5A-5F2EDBA0482F}"/>
              </a:ext>
            </a:extLst>
          </p:cNvPr>
          <p:cNvSpPr/>
          <p:nvPr/>
        </p:nvSpPr>
        <p:spPr>
          <a:xfrm>
            <a:off x="16556129" y="6647991"/>
            <a:ext cx="2451925" cy="11156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Best Candidates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776F5F2-C938-5291-2145-59D8E810D90F}"/>
              </a:ext>
            </a:extLst>
          </p:cNvPr>
          <p:cNvSpPr/>
          <p:nvPr/>
        </p:nvSpPr>
        <p:spPr>
          <a:xfrm>
            <a:off x="5902531" y="4282955"/>
            <a:ext cx="1909311" cy="460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System prompt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13B9F0AA-5908-DAE3-2E96-D6EAE9D5755D}"/>
              </a:ext>
            </a:extLst>
          </p:cNvPr>
          <p:cNvSpPr/>
          <p:nvPr/>
        </p:nvSpPr>
        <p:spPr>
          <a:xfrm>
            <a:off x="5902532" y="8803139"/>
            <a:ext cx="1909311" cy="460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System prompt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F33F666-8449-654D-43D6-8E5764DD2360}"/>
              </a:ext>
            </a:extLst>
          </p:cNvPr>
          <p:cNvSpPr/>
          <p:nvPr/>
        </p:nvSpPr>
        <p:spPr>
          <a:xfrm>
            <a:off x="5902531" y="4977010"/>
            <a:ext cx="1909311" cy="460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User Query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1195FC5-EFA8-4A5E-5966-985DFDA16B87}"/>
              </a:ext>
            </a:extLst>
          </p:cNvPr>
          <p:cNvSpPr/>
          <p:nvPr/>
        </p:nvSpPr>
        <p:spPr>
          <a:xfrm>
            <a:off x="5902531" y="9497194"/>
            <a:ext cx="2602119" cy="460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Main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node query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B9FF4BB-E2E3-449C-9B1B-B0B57C6852BB}"/>
              </a:ext>
            </a:extLst>
          </p:cNvPr>
          <p:cNvSpPr/>
          <p:nvPr/>
        </p:nvSpPr>
        <p:spPr>
          <a:xfrm>
            <a:off x="5902530" y="5703019"/>
            <a:ext cx="1909311" cy="460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DB information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03694B5-24C4-0A48-B2EB-DDA16C03B357}"/>
              </a:ext>
            </a:extLst>
          </p:cNvPr>
          <p:cNvSpPr/>
          <p:nvPr/>
        </p:nvSpPr>
        <p:spPr>
          <a:xfrm>
            <a:off x="5902530" y="10223203"/>
            <a:ext cx="1909311" cy="460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DB information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9" name="순서도: 판단 68">
            <a:extLst>
              <a:ext uri="{FF2B5EF4-FFF2-40B4-BE49-F238E27FC236}">
                <a16:creationId xmlns:a16="http://schemas.microsoft.com/office/drawing/2014/main" id="{E8671656-379C-214B-67B7-CFFD4749AF49}"/>
              </a:ext>
            </a:extLst>
          </p:cNvPr>
          <p:cNvSpPr/>
          <p:nvPr/>
        </p:nvSpPr>
        <p:spPr>
          <a:xfrm>
            <a:off x="17175480" y="10223203"/>
            <a:ext cx="2803887" cy="1115684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Target achieved?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8DB39308-DB2D-EE34-0708-DE1F07194269}"/>
              </a:ext>
            </a:extLst>
          </p:cNvPr>
          <p:cNvGrpSpPr/>
          <p:nvPr/>
        </p:nvGrpSpPr>
        <p:grpSpPr>
          <a:xfrm>
            <a:off x="13912262" y="23364819"/>
            <a:ext cx="2602119" cy="2174240"/>
            <a:chOff x="6582521" y="6482080"/>
            <a:chExt cx="2602119" cy="2174240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CBE1CDB9-0E7B-C4A8-A97F-FAA3B11F3D6B}"/>
                </a:ext>
              </a:extLst>
            </p:cNvPr>
            <p:cNvSpPr/>
            <p:nvPr/>
          </p:nvSpPr>
          <p:spPr>
            <a:xfrm>
              <a:off x="6582521" y="6482080"/>
              <a:ext cx="2602119" cy="21742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altLang="ko-KR" sz="1200" dirty="0"/>
            </a:p>
            <a:p>
              <a:r>
                <a:rPr lang="en-US" altLang="ko-KR" sz="1200" dirty="0"/>
                <a:t> {</a:t>
              </a:r>
            </a:p>
            <a:p>
              <a:r>
                <a:rPr lang="en-US" altLang="ko-KR" sz="1200" dirty="0"/>
                <a:t>    "Metal1":"Pt",</a:t>
              </a:r>
            </a:p>
            <a:p>
              <a:r>
                <a:rPr lang="en-US" altLang="ko-KR" sz="1200" dirty="0"/>
                <a:t>    "Metal2":"Ti",</a:t>
              </a:r>
            </a:p>
            <a:p>
              <a:r>
                <a:rPr lang="en-US" altLang="ko-KR" sz="1200" dirty="0"/>
                <a:t>    "Metal1_Composition":0.75,</a:t>
              </a:r>
            </a:p>
            <a:p>
              <a:r>
                <a:rPr lang="en-US" altLang="ko-KR" sz="1200" dirty="0"/>
                <a:t>    "Metal2_Composition":0.25,</a:t>
              </a:r>
            </a:p>
            <a:p>
              <a:r>
                <a:rPr lang="en-US" altLang="ko-KR" sz="1200" dirty="0"/>
                <a:t>    "Site":"bridge",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b="1" dirty="0"/>
                <a:t>"adsorption_energy":-0.2928098649</a:t>
              </a:r>
            </a:p>
            <a:p>
              <a:r>
                <a:rPr lang="en-US" altLang="ko-KR" sz="1200" dirty="0"/>
                <a:t>  }, …</a:t>
              </a:r>
              <a:endParaRPr lang="ko-KR" altLang="en-US" sz="12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6533AB1-B363-229A-2E09-89A141119FFC}"/>
                </a:ext>
              </a:extLst>
            </p:cNvPr>
            <p:cNvSpPr txBox="1"/>
            <p:nvPr/>
          </p:nvSpPr>
          <p:spPr>
            <a:xfrm>
              <a:off x="6582521" y="6482080"/>
              <a:ext cx="1141659" cy="982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DB</a:t>
              </a:r>
              <a:endParaRPr lang="ko-KR" altLang="en-US" dirty="0"/>
            </a:p>
          </p:txBody>
        </p:sp>
      </p:grp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FC7D81F5-AF3E-8EF1-0993-3181CDDA8089}"/>
              </a:ext>
            </a:extLst>
          </p:cNvPr>
          <p:cNvCxnSpPr>
            <a:cxnSpLocks/>
            <a:stCxn id="70" idx="2"/>
            <a:endCxn id="94" idx="1"/>
          </p:cNvCxnSpPr>
          <p:nvPr/>
        </p:nvCxnSpPr>
        <p:spPr>
          <a:xfrm>
            <a:off x="8566764" y="22752766"/>
            <a:ext cx="331695" cy="49616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358D7CB8-9452-C3B5-CF7C-65A3809B191F}"/>
              </a:ext>
            </a:extLst>
          </p:cNvPr>
          <p:cNvCxnSpPr>
            <a:stCxn id="71" idx="3"/>
            <a:endCxn id="72" idx="1"/>
          </p:cNvCxnSpPr>
          <p:nvPr/>
        </p:nvCxnSpPr>
        <p:spPr>
          <a:xfrm>
            <a:off x="13085278" y="22310871"/>
            <a:ext cx="866032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99943265-8B43-F966-8980-6ACC95183927}"/>
              </a:ext>
            </a:extLst>
          </p:cNvPr>
          <p:cNvCxnSpPr>
            <a:cxnSpLocks/>
            <a:stCxn id="72" idx="3"/>
            <a:endCxn id="97" idx="1"/>
          </p:cNvCxnSpPr>
          <p:nvPr/>
        </p:nvCxnSpPr>
        <p:spPr>
          <a:xfrm>
            <a:off x="16475332" y="22310871"/>
            <a:ext cx="61526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34A7B74-3CFF-ABF4-83DF-C067C5236F18}"/>
              </a:ext>
            </a:extLst>
          </p:cNvPr>
          <p:cNvCxnSpPr/>
          <p:nvPr/>
        </p:nvCxnSpPr>
        <p:spPr>
          <a:xfrm>
            <a:off x="14988789" y="22752766"/>
            <a:ext cx="0" cy="61205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9E06CEB1-08DC-A255-D876-22B9DEC3D1D0}"/>
              </a:ext>
            </a:extLst>
          </p:cNvPr>
          <p:cNvCxnSpPr>
            <a:cxnSpLocks/>
          </p:cNvCxnSpPr>
          <p:nvPr/>
        </p:nvCxnSpPr>
        <p:spPr>
          <a:xfrm flipV="1">
            <a:off x="15405349" y="22752766"/>
            <a:ext cx="0" cy="61205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A5D07000-44AE-05CB-CDAD-31540D665A46}"/>
              </a:ext>
            </a:extLst>
          </p:cNvPr>
          <p:cNvGrpSpPr/>
          <p:nvPr/>
        </p:nvGrpSpPr>
        <p:grpSpPr>
          <a:xfrm>
            <a:off x="7301713" y="21434904"/>
            <a:ext cx="2527061" cy="1317862"/>
            <a:chOff x="10558218" y="19973693"/>
            <a:chExt cx="2527061" cy="1317862"/>
          </a:xfrm>
        </p:grpSpPr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D32F499C-ACD7-3F8A-C01B-6124134DFB23}"/>
                </a:ext>
              </a:extLst>
            </p:cNvPr>
            <p:cNvSpPr/>
            <p:nvPr/>
          </p:nvSpPr>
          <p:spPr>
            <a:xfrm>
              <a:off x="10561258" y="20407765"/>
              <a:ext cx="2524021" cy="883790"/>
            </a:xfrm>
            <a:prstGeom prst="roundRect">
              <a:avLst/>
            </a:prstGeom>
            <a:solidFill>
              <a:srgbClr val="F8EEEE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Main agent node</a:t>
              </a:r>
              <a:endParaRPr lang="ko-KR" altLang="en-US" dirty="0"/>
            </a:p>
          </p:txBody>
        </p:sp>
        <p:sp>
          <p:nvSpPr>
            <p:cNvPr id="83" name="사각형: 둥근 한쪽 모서리 82">
              <a:extLst>
                <a:ext uri="{FF2B5EF4-FFF2-40B4-BE49-F238E27FC236}">
                  <a16:creationId xmlns:a16="http://schemas.microsoft.com/office/drawing/2014/main" id="{E38C8D8D-C701-5DF3-DAD2-E5786F003FB8}"/>
                </a:ext>
              </a:extLst>
            </p:cNvPr>
            <p:cNvSpPr/>
            <p:nvPr/>
          </p:nvSpPr>
          <p:spPr>
            <a:xfrm>
              <a:off x="10558218" y="19973693"/>
              <a:ext cx="1080000" cy="432000"/>
            </a:xfrm>
            <a:prstGeom prst="round1Rect">
              <a:avLst/>
            </a:prstGeom>
            <a:solidFill>
              <a:srgbClr val="DDADAD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LLM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C63A9C0A-0B7A-1C14-98F2-E867E639958F}"/>
              </a:ext>
            </a:extLst>
          </p:cNvPr>
          <p:cNvGrpSpPr/>
          <p:nvPr/>
        </p:nvGrpSpPr>
        <p:grpSpPr>
          <a:xfrm>
            <a:off x="10558218" y="21436976"/>
            <a:ext cx="2527061" cy="1315790"/>
            <a:chOff x="10558218" y="21436976"/>
            <a:chExt cx="2527061" cy="1315790"/>
          </a:xfrm>
        </p:grpSpPr>
        <p:sp>
          <p:nvSpPr>
            <p:cNvPr id="71" name="사각형: 둥근 모서리 70">
              <a:extLst>
                <a:ext uri="{FF2B5EF4-FFF2-40B4-BE49-F238E27FC236}">
                  <a16:creationId xmlns:a16="http://schemas.microsoft.com/office/drawing/2014/main" id="{DEA90F9E-D42E-585E-03E7-4E35E979A8ED}"/>
                </a:ext>
              </a:extLst>
            </p:cNvPr>
            <p:cNvSpPr/>
            <p:nvPr/>
          </p:nvSpPr>
          <p:spPr>
            <a:xfrm>
              <a:off x="10561258" y="21868976"/>
              <a:ext cx="2524021" cy="883790"/>
            </a:xfrm>
            <a:prstGeom prst="roundRect">
              <a:avLst/>
            </a:prstGeom>
            <a:solidFill>
              <a:srgbClr val="F8EEEE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Sub agent node</a:t>
              </a:r>
              <a:endParaRPr lang="ko-KR" altLang="en-US" dirty="0"/>
            </a:p>
          </p:txBody>
        </p:sp>
        <p:sp>
          <p:nvSpPr>
            <p:cNvPr id="84" name="사각형: 둥근 한쪽 모서리 83">
              <a:extLst>
                <a:ext uri="{FF2B5EF4-FFF2-40B4-BE49-F238E27FC236}">
                  <a16:creationId xmlns:a16="http://schemas.microsoft.com/office/drawing/2014/main" id="{B3656951-111F-DD97-9C14-5528BD98B0E6}"/>
                </a:ext>
              </a:extLst>
            </p:cNvPr>
            <p:cNvSpPr/>
            <p:nvPr/>
          </p:nvSpPr>
          <p:spPr>
            <a:xfrm>
              <a:off x="10558218" y="21436976"/>
              <a:ext cx="1080000" cy="432000"/>
            </a:xfrm>
            <a:prstGeom prst="round1Rect">
              <a:avLst/>
            </a:prstGeom>
            <a:solidFill>
              <a:srgbClr val="DDADAD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LLM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672F30F8-72DB-1ADE-C685-C2CC23DB1C82}"/>
              </a:ext>
            </a:extLst>
          </p:cNvPr>
          <p:cNvGrpSpPr/>
          <p:nvPr/>
        </p:nvGrpSpPr>
        <p:grpSpPr>
          <a:xfrm>
            <a:off x="13943091" y="21431682"/>
            <a:ext cx="2532241" cy="1321084"/>
            <a:chOff x="13943091" y="21431682"/>
            <a:chExt cx="2532241" cy="1321084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A9CCA1CC-E90A-E33A-E5F6-D579D5B4DEB1}"/>
                </a:ext>
              </a:extLst>
            </p:cNvPr>
            <p:cNvSpPr/>
            <p:nvPr/>
          </p:nvSpPr>
          <p:spPr>
            <a:xfrm>
              <a:off x="13951311" y="21868976"/>
              <a:ext cx="2524021" cy="883790"/>
            </a:xfrm>
            <a:prstGeom prst="roundRect">
              <a:avLst/>
            </a:prstGeom>
            <a:solidFill>
              <a:srgbClr val="F6F9F4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Simulation node</a:t>
              </a:r>
              <a:endParaRPr lang="ko-KR" altLang="en-US" dirty="0"/>
            </a:p>
          </p:txBody>
        </p:sp>
        <p:sp>
          <p:nvSpPr>
            <p:cNvPr id="85" name="사각형: 둥근 한쪽 모서리 84">
              <a:extLst>
                <a:ext uri="{FF2B5EF4-FFF2-40B4-BE49-F238E27FC236}">
                  <a16:creationId xmlns:a16="http://schemas.microsoft.com/office/drawing/2014/main" id="{F6DF48C8-1082-1A61-7270-11E64EAE0D91}"/>
                </a:ext>
              </a:extLst>
            </p:cNvPr>
            <p:cNvSpPr/>
            <p:nvPr/>
          </p:nvSpPr>
          <p:spPr>
            <a:xfrm>
              <a:off x="13943091" y="21431682"/>
              <a:ext cx="1080000" cy="432000"/>
            </a:xfrm>
            <a:prstGeom prst="round1Rect">
              <a:avLst/>
            </a:prstGeom>
            <a:solidFill>
              <a:srgbClr val="BCD3AD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Tool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EF448D7F-3DAE-D2B6-E933-CDBECB3326B7}"/>
              </a:ext>
            </a:extLst>
          </p:cNvPr>
          <p:cNvSpPr/>
          <p:nvPr/>
        </p:nvSpPr>
        <p:spPr>
          <a:xfrm>
            <a:off x="5902849" y="23194846"/>
            <a:ext cx="1909311" cy="460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System prompt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3BDB5DF8-81B8-61F3-5FEB-488257557C45}"/>
              </a:ext>
            </a:extLst>
          </p:cNvPr>
          <p:cNvGrpSpPr/>
          <p:nvPr/>
        </p:nvGrpSpPr>
        <p:grpSpPr>
          <a:xfrm>
            <a:off x="20509751" y="21185346"/>
            <a:ext cx="3005569" cy="1839179"/>
            <a:chOff x="21285032" y="20923560"/>
            <a:chExt cx="3005569" cy="1839179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87FF913F-32B1-8B79-D138-31AB14A4FC4E}"/>
                </a:ext>
              </a:extLst>
            </p:cNvPr>
            <p:cNvSpPr/>
            <p:nvPr/>
          </p:nvSpPr>
          <p:spPr>
            <a:xfrm>
              <a:off x="21285032" y="21357917"/>
              <a:ext cx="3005569" cy="1404822"/>
            </a:xfrm>
            <a:prstGeom prst="rect">
              <a:avLst/>
            </a:prstGeom>
            <a:solidFill>
              <a:srgbClr val="E2F3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사각형: 둥근 한쪽 모서리 134">
              <a:extLst>
                <a:ext uri="{FF2B5EF4-FFF2-40B4-BE49-F238E27FC236}">
                  <a16:creationId xmlns:a16="http://schemas.microsoft.com/office/drawing/2014/main" id="{3D776734-B9FC-7299-0DE4-5C474F64745B}"/>
                </a:ext>
              </a:extLst>
            </p:cNvPr>
            <p:cNvSpPr/>
            <p:nvPr/>
          </p:nvSpPr>
          <p:spPr>
            <a:xfrm>
              <a:off x="21285843" y="20923560"/>
              <a:ext cx="1080000" cy="432000"/>
            </a:xfrm>
            <a:prstGeom prst="round1Rect">
              <a:avLst/>
            </a:prstGeom>
            <a:solidFill>
              <a:srgbClr val="C7E8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Outputs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CD2BD78-AF69-31D2-13F1-14B5E84C1861}"/>
              </a:ext>
            </a:extLst>
          </p:cNvPr>
          <p:cNvSpPr/>
          <p:nvPr/>
        </p:nvSpPr>
        <p:spPr>
          <a:xfrm>
            <a:off x="11043814" y="24120236"/>
            <a:ext cx="1909311" cy="460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System prompt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6E9A69AE-9285-A3E2-6476-9965A9CF7390}"/>
              </a:ext>
            </a:extLst>
          </p:cNvPr>
          <p:cNvSpPr/>
          <p:nvPr/>
        </p:nvSpPr>
        <p:spPr>
          <a:xfrm>
            <a:off x="4537630" y="22086436"/>
            <a:ext cx="1909311" cy="460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User Query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6EA2D47-CFD4-E79E-9E4A-9E01F3BA7DC3}"/>
              </a:ext>
            </a:extLst>
          </p:cNvPr>
          <p:cNvSpPr/>
          <p:nvPr/>
        </p:nvSpPr>
        <p:spPr>
          <a:xfrm>
            <a:off x="8898459" y="23018436"/>
            <a:ext cx="2602119" cy="460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Main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node query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9A247EBD-1F89-6F1C-7C21-D3893CABC3E7}"/>
              </a:ext>
            </a:extLst>
          </p:cNvPr>
          <p:cNvSpPr/>
          <p:nvPr/>
        </p:nvSpPr>
        <p:spPr>
          <a:xfrm>
            <a:off x="5902849" y="23783084"/>
            <a:ext cx="1909311" cy="460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DB information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8468D596-975D-2C17-894B-E28410F71EE1}"/>
              </a:ext>
            </a:extLst>
          </p:cNvPr>
          <p:cNvSpPr/>
          <p:nvPr/>
        </p:nvSpPr>
        <p:spPr>
          <a:xfrm>
            <a:off x="11043813" y="24732289"/>
            <a:ext cx="1909311" cy="4609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DB information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7" name="순서도: 판단 96">
            <a:extLst>
              <a:ext uri="{FF2B5EF4-FFF2-40B4-BE49-F238E27FC236}">
                <a16:creationId xmlns:a16="http://schemas.microsoft.com/office/drawing/2014/main" id="{6F95FD14-85F0-9A03-5693-F23727BFC75D}"/>
              </a:ext>
            </a:extLst>
          </p:cNvPr>
          <p:cNvSpPr/>
          <p:nvPr/>
        </p:nvSpPr>
        <p:spPr>
          <a:xfrm>
            <a:off x="17090598" y="21753029"/>
            <a:ext cx="2803887" cy="1115684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Target achieved?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E7C00911-7416-2EFB-2E16-FBD10FC51115}"/>
              </a:ext>
            </a:extLst>
          </p:cNvPr>
          <p:cNvCxnSpPr>
            <a:cxnSpLocks/>
            <a:stCxn id="94" idx="3"/>
            <a:endCxn id="71" idx="2"/>
          </p:cNvCxnSpPr>
          <p:nvPr/>
        </p:nvCxnSpPr>
        <p:spPr>
          <a:xfrm flipV="1">
            <a:off x="11500578" y="22752766"/>
            <a:ext cx="322691" cy="49616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830FC11F-BE32-8EF3-25F7-A799CF625ACA}"/>
              </a:ext>
            </a:extLst>
          </p:cNvPr>
          <p:cNvGrpSpPr/>
          <p:nvPr/>
        </p:nvGrpSpPr>
        <p:grpSpPr>
          <a:xfrm>
            <a:off x="8666480" y="20880577"/>
            <a:ext cx="9815901" cy="983113"/>
            <a:chOff x="8783202" y="20530818"/>
            <a:chExt cx="10314355" cy="1114456"/>
          </a:xfrm>
        </p:grpSpPr>
        <p:cxnSp>
          <p:nvCxnSpPr>
            <p:cNvPr id="125" name="연결선: 꺾임 124">
              <a:extLst>
                <a:ext uri="{FF2B5EF4-FFF2-40B4-BE49-F238E27FC236}">
                  <a16:creationId xmlns:a16="http://schemas.microsoft.com/office/drawing/2014/main" id="{8E968635-330C-F6BF-9301-ABAFAB5FF53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3444357" y="15869664"/>
              <a:ext cx="992046" cy="10314355"/>
            </a:xfrm>
            <a:prstGeom prst="bentConnector2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직선 화살표 연결선 126">
              <a:extLst>
                <a:ext uri="{FF2B5EF4-FFF2-40B4-BE49-F238E27FC236}">
                  <a16:creationId xmlns:a16="http://schemas.microsoft.com/office/drawing/2014/main" id="{BC9AE7E4-E693-4934-350B-97066E4AE939}"/>
                </a:ext>
              </a:extLst>
            </p:cNvPr>
            <p:cNvCxnSpPr>
              <a:cxnSpLocks/>
            </p:cNvCxnSpPr>
            <p:nvPr/>
          </p:nvCxnSpPr>
          <p:spPr>
            <a:xfrm>
              <a:off x="8791102" y="20530818"/>
              <a:ext cx="0" cy="111445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06430A16-E2E4-3F24-E506-0DF7883BD454}"/>
              </a:ext>
            </a:extLst>
          </p:cNvPr>
          <p:cNvCxnSpPr>
            <a:cxnSpLocks/>
            <a:stCxn id="97" idx="3"/>
            <a:endCxn id="134" idx="1"/>
          </p:cNvCxnSpPr>
          <p:nvPr/>
        </p:nvCxnSpPr>
        <p:spPr>
          <a:xfrm>
            <a:off x="19894485" y="22310871"/>
            <a:ext cx="615266" cy="112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3CAD949-942A-E344-DA02-09E515796563}"/>
              </a:ext>
            </a:extLst>
          </p:cNvPr>
          <p:cNvSpPr txBox="1"/>
          <p:nvPr/>
        </p:nvSpPr>
        <p:spPr>
          <a:xfrm>
            <a:off x="17766851" y="21200050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False</a:t>
            </a:r>
            <a:endParaRPr lang="ko-KR" altLang="en-US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1F07387-96CD-64E6-0843-E02E22922EA1}"/>
              </a:ext>
            </a:extLst>
          </p:cNvPr>
          <p:cNvSpPr txBox="1"/>
          <p:nvPr/>
        </p:nvSpPr>
        <p:spPr>
          <a:xfrm>
            <a:off x="19868752" y="22322114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True</a:t>
            </a: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691C5F82-DE18-878F-FE73-C4FD0E799B0B}"/>
              </a:ext>
            </a:extLst>
          </p:cNvPr>
          <p:cNvCxnSpPr>
            <a:cxnSpLocks/>
            <a:stCxn id="93" idx="3"/>
            <a:endCxn id="70" idx="1"/>
          </p:cNvCxnSpPr>
          <p:nvPr/>
        </p:nvCxnSpPr>
        <p:spPr>
          <a:xfrm flipV="1">
            <a:off x="6446941" y="22310871"/>
            <a:ext cx="857812" cy="605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B6B0396E-4CF4-D7BE-65E8-BEAA490225EA}"/>
              </a:ext>
            </a:extLst>
          </p:cNvPr>
          <p:cNvCxnSpPr>
            <a:cxnSpLocks/>
            <a:stCxn id="92" idx="0"/>
          </p:cNvCxnSpPr>
          <p:nvPr/>
        </p:nvCxnSpPr>
        <p:spPr>
          <a:xfrm flipH="1" flipV="1">
            <a:off x="11661923" y="23008576"/>
            <a:ext cx="336547" cy="111166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5DCFEC4-DC7B-EBBA-3982-613265AD104C}"/>
              </a:ext>
            </a:extLst>
          </p:cNvPr>
          <p:cNvCxnSpPr>
            <a:cxnSpLocks/>
            <a:stCxn id="91" idx="0"/>
          </p:cNvCxnSpPr>
          <p:nvPr/>
        </p:nvCxnSpPr>
        <p:spPr>
          <a:xfrm flipV="1">
            <a:off x="6857505" y="22322114"/>
            <a:ext cx="5995" cy="8727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사각형: 잘린 한쪽 모서리 27">
            <a:extLst>
              <a:ext uri="{FF2B5EF4-FFF2-40B4-BE49-F238E27FC236}">
                <a16:creationId xmlns:a16="http://schemas.microsoft.com/office/drawing/2014/main" id="{677732F9-0E3E-5E39-80A4-A0D21F56FC45}"/>
              </a:ext>
            </a:extLst>
          </p:cNvPr>
          <p:cNvSpPr/>
          <p:nvPr/>
        </p:nvSpPr>
        <p:spPr>
          <a:xfrm>
            <a:off x="20661855" y="21797507"/>
            <a:ext cx="2520000" cy="432000"/>
          </a:xfrm>
          <a:prstGeom prst="snip1Rect">
            <a:avLst/>
          </a:prstGeom>
          <a:solidFill>
            <a:srgbClr val="E2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final_hypothesis.txt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사각형: 잘린 한쪽 모서리 28">
            <a:extLst>
              <a:ext uri="{FF2B5EF4-FFF2-40B4-BE49-F238E27FC236}">
                <a16:creationId xmlns:a16="http://schemas.microsoft.com/office/drawing/2014/main" id="{A26AD85B-58DD-CB1C-36EC-D59686704E85}"/>
              </a:ext>
            </a:extLst>
          </p:cNvPr>
          <p:cNvSpPr/>
          <p:nvPr/>
        </p:nvSpPr>
        <p:spPr>
          <a:xfrm>
            <a:off x="20652452" y="22414320"/>
            <a:ext cx="2520000" cy="432000"/>
          </a:xfrm>
          <a:prstGeom prst="snip1Rect">
            <a:avLst/>
          </a:prstGeom>
          <a:solidFill>
            <a:srgbClr val="E2F3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final_candidates.json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888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6D41D-12A1-1B76-F3B7-7BE14FA0F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1B15B6B-8B69-4110-038D-90A03FFA091B}"/>
              </a:ext>
            </a:extLst>
          </p:cNvPr>
          <p:cNvGrpSpPr>
            <a:grpSpLocks noChangeAspect="1"/>
          </p:cNvGrpSpPr>
          <p:nvPr/>
        </p:nvGrpSpPr>
        <p:grpSpPr>
          <a:xfrm>
            <a:off x="6943946" y="6827692"/>
            <a:ext cx="18977690" cy="4658482"/>
            <a:chOff x="4537630" y="20880577"/>
            <a:chExt cx="18977690" cy="4658482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57AC6998-93F0-4587-AF4F-9CFD37DBEA94}"/>
                </a:ext>
              </a:extLst>
            </p:cNvPr>
            <p:cNvGrpSpPr/>
            <p:nvPr/>
          </p:nvGrpSpPr>
          <p:grpSpPr>
            <a:xfrm>
              <a:off x="13912262" y="23364819"/>
              <a:ext cx="2602119" cy="2174240"/>
              <a:chOff x="6582521" y="6482080"/>
              <a:chExt cx="2602119" cy="2174240"/>
            </a:xfrm>
          </p:grpSpPr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461D3E5D-7FB5-122C-DE80-B4DE9081B109}"/>
                  </a:ext>
                </a:extLst>
              </p:cNvPr>
              <p:cNvSpPr/>
              <p:nvPr/>
            </p:nvSpPr>
            <p:spPr>
              <a:xfrm>
                <a:off x="6582521" y="6482080"/>
                <a:ext cx="2602119" cy="217424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US" altLang="ko-KR" sz="1200" dirty="0"/>
              </a:p>
              <a:p>
                <a:r>
                  <a:rPr lang="en-US" altLang="ko-KR" sz="1200" dirty="0"/>
                  <a:t> {</a:t>
                </a:r>
              </a:p>
              <a:p>
                <a:r>
                  <a:rPr lang="en-US" altLang="ko-KR" sz="1200" dirty="0"/>
                  <a:t>    "Metal1":"Pt",</a:t>
                </a:r>
              </a:p>
              <a:p>
                <a:r>
                  <a:rPr lang="en-US" altLang="ko-KR" sz="1200" dirty="0"/>
                  <a:t>    "Metal2":"Ti",</a:t>
                </a:r>
              </a:p>
              <a:p>
                <a:r>
                  <a:rPr lang="en-US" altLang="ko-KR" sz="1200" dirty="0"/>
                  <a:t>    "Metal1_Composition":0.75,</a:t>
                </a:r>
              </a:p>
              <a:p>
                <a:r>
                  <a:rPr lang="en-US" altLang="ko-KR" sz="1200" dirty="0"/>
                  <a:t>    "Metal2_Composition":0.25,</a:t>
                </a:r>
              </a:p>
              <a:p>
                <a:r>
                  <a:rPr lang="en-US" altLang="ko-KR" sz="1200" dirty="0"/>
                  <a:t>    "Site":"bridge",</a:t>
                </a:r>
              </a:p>
              <a:p>
                <a:r>
                  <a:rPr lang="en-US" altLang="ko-KR" sz="1200" dirty="0"/>
                  <a:t>    </a:t>
                </a:r>
                <a:r>
                  <a:rPr lang="en-US" altLang="ko-KR" sz="1200" b="1" dirty="0"/>
                  <a:t>"adsorption_energy":-0.2928098649</a:t>
                </a:r>
              </a:p>
              <a:p>
                <a:r>
                  <a:rPr lang="en-US" altLang="ko-KR" sz="1200" dirty="0"/>
                  <a:t>  }, …</a:t>
                </a:r>
                <a:endParaRPr lang="ko-KR" altLang="en-US" sz="1200" dirty="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48C046C-C808-680C-6C81-4906A56C8F98}"/>
                  </a:ext>
                </a:extLst>
              </p:cNvPr>
              <p:cNvSpPr txBox="1"/>
              <p:nvPr/>
            </p:nvSpPr>
            <p:spPr>
              <a:xfrm>
                <a:off x="6582521" y="6482080"/>
                <a:ext cx="1141659" cy="9825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DB</a:t>
                </a:r>
                <a:endParaRPr lang="ko-KR" altLang="en-US" dirty="0"/>
              </a:p>
            </p:txBody>
          </p:sp>
        </p:grp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94BDF86D-70C8-1561-15C1-F938B591E862}"/>
                </a:ext>
              </a:extLst>
            </p:cNvPr>
            <p:cNvCxnSpPr>
              <a:cxnSpLocks/>
              <a:stCxn id="70" idx="2"/>
              <a:endCxn id="94" idx="1"/>
            </p:cNvCxnSpPr>
            <p:nvPr/>
          </p:nvCxnSpPr>
          <p:spPr>
            <a:xfrm>
              <a:off x="8566764" y="22752766"/>
              <a:ext cx="331695" cy="496162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74CF4619-8172-0EA0-0B12-D1A4572A2DB2}"/>
                </a:ext>
              </a:extLst>
            </p:cNvPr>
            <p:cNvCxnSpPr>
              <a:stCxn id="71" idx="3"/>
              <a:endCxn id="72" idx="1"/>
            </p:cNvCxnSpPr>
            <p:nvPr/>
          </p:nvCxnSpPr>
          <p:spPr>
            <a:xfrm>
              <a:off x="13085278" y="22310871"/>
              <a:ext cx="866032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C0DA9DA1-C72C-A8ED-E155-8DDA419B7E94}"/>
                </a:ext>
              </a:extLst>
            </p:cNvPr>
            <p:cNvCxnSpPr>
              <a:cxnSpLocks/>
              <a:stCxn id="72" idx="3"/>
              <a:endCxn id="97" idx="1"/>
            </p:cNvCxnSpPr>
            <p:nvPr/>
          </p:nvCxnSpPr>
          <p:spPr>
            <a:xfrm>
              <a:off x="16475332" y="22310871"/>
              <a:ext cx="615266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8BC61312-EC37-393C-B41B-43D9A8103AC6}"/>
                </a:ext>
              </a:extLst>
            </p:cNvPr>
            <p:cNvCxnSpPr/>
            <p:nvPr/>
          </p:nvCxnSpPr>
          <p:spPr>
            <a:xfrm>
              <a:off x="14988789" y="22752766"/>
              <a:ext cx="0" cy="61205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3195CAD3-EB57-5F3D-3473-9A6E67A2D5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05349" y="22752766"/>
              <a:ext cx="0" cy="61205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AC992B5C-9EF7-4579-05EF-199E3717F572}"/>
                </a:ext>
              </a:extLst>
            </p:cNvPr>
            <p:cNvGrpSpPr/>
            <p:nvPr/>
          </p:nvGrpSpPr>
          <p:grpSpPr>
            <a:xfrm>
              <a:off x="7301713" y="21434904"/>
              <a:ext cx="2527061" cy="1317862"/>
              <a:chOff x="10558218" y="19973693"/>
              <a:chExt cx="2527061" cy="1317862"/>
            </a:xfrm>
          </p:grpSpPr>
          <p:sp>
            <p:nvSpPr>
              <p:cNvPr id="70" name="사각형: 둥근 모서리 69">
                <a:extLst>
                  <a:ext uri="{FF2B5EF4-FFF2-40B4-BE49-F238E27FC236}">
                    <a16:creationId xmlns:a16="http://schemas.microsoft.com/office/drawing/2014/main" id="{98EF4BFE-1D73-7E5B-057F-E604CC1CF934}"/>
                  </a:ext>
                </a:extLst>
              </p:cNvPr>
              <p:cNvSpPr/>
              <p:nvPr/>
            </p:nvSpPr>
            <p:spPr>
              <a:xfrm>
                <a:off x="10561258" y="20407765"/>
                <a:ext cx="2524021" cy="883790"/>
              </a:xfrm>
              <a:prstGeom prst="roundRect">
                <a:avLst/>
              </a:prstGeom>
              <a:solidFill>
                <a:srgbClr val="F8EEEE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Main agent node</a:t>
                </a:r>
                <a:endParaRPr lang="ko-KR" altLang="en-US" dirty="0"/>
              </a:p>
            </p:txBody>
          </p:sp>
          <p:sp>
            <p:nvSpPr>
              <p:cNvPr id="83" name="사각형: 둥근 한쪽 모서리 82">
                <a:extLst>
                  <a:ext uri="{FF2B5EF4-FFF2-40B4-BE49-F238E27FC236}">
                    <a16:creationId xmlns:a16="http://schemas.microsoft.com/office/drawing/2014/main" id="{00DD402A-FF6F-3EA3-C12E-A0730E306671}"/>
                  </a:ext>
                </a:extLst>
              </p:cNvPr>
              <p:cNvSpPr/>
              <p:nvPr/>
            </p:nvSpPr>
            <p:spPr>
              <a:xfrm>
                <a:off x="10558218" y="19973693"/>
                <a:ext cx="1080000" cy="432000"/>
              </a:xfrm>
              <a:prstGeom prst="round1Rect">
                <a:avLst/>
              </a:prstGeom>
              <a:solidFill>
                <a:srgbClr val="DDADAD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LLM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4166CFE9-577A-535B-DEC0-9E232620928E}"/>
                </a:ext>
              </a:extLst>
            </p:cNvPr>
            <p:cNvGrpSpPr/>
            <p:nvPr/>
          </p:nvGrpSpPr>
          <p:grpSpPr>
            <a:xfrm>
              <a:off x="10558218" y="21436976"/>
              <a:ext cx="2527061" cy="1315790"/>
              <a:chOff x="10558218" y="21436976"/>
              <a:chExt cx="2527061" cy="1315790"/>
            </a:xfrm>
          </p:grpSpPr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01B467F0-4A4E-45DE-D4BB-CF607AAD64D0}"/>
                  </a:ext>
                </a:extLst>
              </p:cNvPr>
              <p:cNvSpPr/>
              <p:nvPr/>
            </p:nvSpPr>
            <p:spPr>
              <a:xfrm>
                <a:off x="10561258" y="21868976"/>
                <a:ext cx="2524021" cy="883790"/>
              </a:xfrm>
              <a:prstGeom prst="roundRect">
                <a:avLst/>
              </a:prstGeom>
              <a:solidFill>
                <a:srgbClr val="F8EEEE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Sub agent node</a:t>
                </a:r>
                <a:endParaRPr lang="ko-KR" altLang="en-US" dirty="0"/>
              </a:p>
            </p:txBody>
          </p:sp>
          <p:sp>
            <p:nvSpPr>
              <p:cNvPr id="84" name="사각형: 둥근 한쪽 모서리 83">
                <a:extLst>
                  <a:ext uri="{FF2B5EF4-FFF2-40B4-BE49-F238E27FC236}">
                    <a16:creationId xmlns:a16="http://schemas.microsoft.com/office/drawing/2014/main" id="{1E87EC83-E770-C851-9AD1-516D1A61C152}"/>
                  </a:ext>
                </a:extLst>
              </p:cNvPr>
              <p:cNvSpPr/>
              <p:nvPr/>
            </p:nvSpPr>
            <p:spPr>
              <a:xfrm>
                <a:off x="10558218" y="21436976"/>
                <a:ext cx="1080000" cy="432000"/>
              </a:xfrm>
              <a:prstGeom prst="round1Rect">
                <a:avLst/>
              </a:prstGeom>
              <a:solidFill>
                <a:srgbClr val="DDADAD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LLM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DC824575-F12D-600C-8E18-C89009991CC6}"/>
                </a:ext>
              </a:extLst>
            </p:cNvPr>
            <p:cNvGrpSpPr/>
            <p:nvPr/>
          </p:nvGrpSpPr>
          <p:grpSpPr>
            <a:xfrm>
              <a:off x="13943091" y="21431682"/>
              <a:ext cx="2532241" cy="1321084"/>
              <a:chOff x="13943091" y="21431682"/>
              <a:chExt cx="2532241" cy="1321084"/>
            </a:xfrm>
          </p:grpSpPr>
          <p:sp>
            <p:nvSpPr>
              <p:cNvPr id="72" name="사각형: 둥근 모서리 71">
                <a:extLst>
                  <a:ext uri="{FF2B5EF4-FFF2-40B4-BE49-F238E27FC236}">
                    <a16:creationId xmlns:a16="http://schemas.microsoft.com/office/drawing/2014/main" id="{62FF34EE-1DED-8B9E-8EEE-66BAF3763134}"/>
                  </a:ext>
                </a:extLst>
              </p:cNvPr>
              <p:cNvSpPr/>
              <p:nvPr/>
            </p:nvSpPr>
            <p:spPr>
              <a:xfrm>
                <a:off x="13951311" y="21868976"/>
                <a:ext cx="2524021" cy="883790"/>
              </a:xfrm>
              <a:prstGeom prst="roundRect">
                <a:avLst/>
              </a:prstGeom>
              <a:solidFill>
                <a:srgbClr val="F6F9F4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Simulation node</a:t>
                </a:r>
                <a:endParaRPr lang="ko-KR" altLang="en-US" dirty="0"/>
              </a:p>
            </p:txBody>
          </p:sp>
          <p:sp>
            <p:nvSpPr>
              <p:cNvPr id="85" name="사각형: 둥근 한쪽 모서리 84">
                <a:extLst>
                  <a:ext uri="{FF2B5EF4-FFF2-40B4-BE49-F238E27FC236}">
                    <a16:creationId xmlns:a16="http://schemas.microsoft.com/office/drawing/2014/main" id="{05CAC71C-F92D-3799-966D-E1660DEB8EC2}"/>
                  </a:ext>
                </a:extLst>
              </p:cNvPr>
              <p:cNvSpPr/>
              <p:nvPr/>
            </p:nvSpPr>
            <p:spPr>
              <a:xfrm>
                <a:off x="13943091" y="21431682"/>
                <a:ext cx="1080000" cy="432000"/>
              </a:xfrm>
              <a:prstGeom prst="round1Rect">
                <a:avLst/>
              </a:prstGeom>
              <a:solidFill>
                <a:srgbClr val="BCD3AD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Tool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1FA70DD6-6C39-CF2C-4424-0BF3272271E6}"/>
                </a:ext>
              </a:extLst>
            </p:cNvPr>
            <p:cNvSpPr/>
            <p:nvPr/>
          </p:nvSpPr>
          <p:spPr>
            <a:xfrm>
              <a:off x="5902849" y="23194846"/>
              <a:ext cx="1909311" cy="4609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System prompt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A2D2136F-4AF9-F4D4-057F-E82C4414699B}"/>
                </a:ext>
              </a:extLst>
            </p:cNvPr>
            <p:cNvGrpSpPr/>
            <p:nvPr/>
          </p:nvGrpSpPr>
          <p:grpSpPr>
            <a:xfrm>
              <a:off x="20509751" y="21185346"/>
              <a:ext cx="3005569" cy="1839179"/>
              <a:chOff x="21285032" y="20923560"/>
              <a:chExt cx="3005569" cy="1839179"/>
            </a:xfrm>
          </p:grpSpPr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15AB60EA-92F1-6B26-2AC9-5D7D57160AB7}"/>
                  </a:ext>
                </a:extLst>
              </p:cNvPr>
              <p:cNvSpPr/>
              <p:nvPr/>
            </p:nvSpPr>
            <p:spPr>
              <a:xfrm>
                <a:off x="21285032" y="21357917"/>
                <a:ext cx="3005569" cy="1404822"/>
              </a:xfrm>
              <a:prstGeom prst="rect">
                <a:avLst/>
              </a:prstGeom>
              <a:solidFill>
                <a:srgbClr val="E2F3F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5" name="사각형: 둥근 한쪽 모서리 134">
                <a:extLst>
                  <a:ext uri="{FF2B5EF4-FFF2-40B4-BE49-F238E27FC236}">
                    <a16:creationId xmlns:a16="http://schemas.microsoft.com/office/drawing/2014/main" id="{00A68D6A-CC81-002E-5F13-0DCD97584915}"/>
                  </a:ext>
                </a:extLst>
              </p:cNvPr>
              <p:cNvSpPr/>
              <p:nvPr/>
            </p:nvSpPr>
            <p:spPr>
              <a:xfrm>
                <a:off x="21285843" y="20923560"/>
                <a:ext cx="1080000" cy="432000"/>
              </a:xfrm>
              <a:prstGeom prst="round1Rect">
                <a:avLst/>
              </a:prstGeom>
              <a:solidFill>
                <a:srgbClr val="C7E8F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Outputs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6495F648-1CDE-9958-C9D4-F9CCB23A4693}"/>
                </a:ext>
              </a:extLst>
            </p:cNvPr>
            <p:cNvSpPr/>
            <p:nvPr/>
          </p:nvSpPr>
          <p:spPr>
            <a:xfrm>
              <a:off x="11043814" y="24120236"/>
              <a:ext cx="1909311" cy="4609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System prompt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00C50462-29E3-60F6-D4AC-14BFB4717F15}"/>
                </a:ext>
              </a:extLst>
            </p:cNvPr>
            <p:cNvSpPr/>
            <p:nvPr/>
          </p:nvSpPr>
          <p:spPr>
            <a:xfrm>
              <a:off x="4537630" y="22086436"/>
              <a:ext cx="1909311" cy="4609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User Query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EECD7BA-7C15-CCC1-71A1-06086AB181B6}"/>
                </a:ext>
              </a:extLst>
            </p:cNvPr>
            <p:cNvSpPr/>
            <p:nvPr/>
          </p:nvSpPr>
          <p:spPr>
            <a:xfrm>
              <a:off x="8898459" y="23018436"/>
              <a:ext cx="2602119" cy="4609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Main</a:t>
              </a:r>
              <a:r>
                <a:rPr lang="ko-KR" altLang="en-US" dirty="0">
                  <a:solidFill>
                    <a:schemeClr val="tx1"/>
                  </a:solidFill>
                </a:rPr>
                <a:t> </a:t>
              </a:r>
              <a:r>
                <a:rPr lang="en-US" altLang="ko-KR" dirty="0">
                  <a:solidFill>
                    <a:schemeClr val="tx1"/>
                  </a:solidFill>
                </a:rPr>
                <a:t>node query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A850949-09FD-269E-43B5-499485605CA9}"/>
                </a:ext>
              </a:extLst>
            </p:cNvPr>
            <p:cNvSpPr/>
            <p:nvPr/>
          </p:nvSpPr>
          <p:spPr>
            <a:xfrm>
              <a:off x="5902849" y="23783084"/>
              <a:ext cx="1909311" cy="4609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DB information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F739656B-B63A-EC13-B623-F323E080F2A2}"/>
                </a:ext>
              </a:extLst>
            </p:cNvPr>
            <p:cNvSpPr/>
            <p:nvPr/>
          </p:nvSpPr>
          <p:spPr>
            <a:xfrm>
              <a:off x="11043813" y="24732289"/>
              <a:ext cx="1909311" cy="4609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DB information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7" name="순서도: 판단 96">
              <a:extLst>
                <a:ext uri="{FF2B5EF4-FFF2-40B4-BE49-F238E27FC236}">
                  <a16:creationId xmlns:a16="http://schemas.microsoft.com/office/drawing/2014/main" id="{9A8A0095-EC1C-49B5-8E09-1425F1C0BEC5}"/>
                </a:ext>
              </a:extLst>
            </p:cNvPr>
            <p:cNvSpPr/>
            <p:nvPr/>
          </p:nvSpPr>
          <p:spPr>
            <a:xfrm>
              <a:off x="17090598" y="21753029"/>
              <a:ext cx="2803887" cy="1115684"/>
            </a:xfrm>
            <a:prstGeom prst="flowChartDecis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Target achieved?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84F27928-C525-1EED-5CA3-133C547FAC25}"/>
                </a:ext>
              </a:extLst>
            </p:cNvPr>
            <p:cNvCxnSpPr>
              <a:cxnSpLocks/>
              <a:stCxn id="94" idx="3"/>
              <a:endCxn id="71" idx="2"/>
            </p:cNvCxnSpPr>
            <p:nvPr/>
          </p:nvCxnSpPr>
          <p:spPr>
            <a:xfrm flipV="1">
              <a:off x="11500578" y="22752766"/>
              <a:ext cx="322691" cy="496162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89EE6E78-2327-44C8-1DD5-B09CCAAB0B98}"/>
                </a:ext>
              </a:extLst>
            </p:cNvPr>
            <p:cNvGrpSpPr/>
            <p:nvPr/>
          </p:nvGrpSpPr>
          <p:grpSpPr>
            <a:xfrm>
              <a:off x="8666480" y="20880577"/>
              <a:ext cx="9815901" cy="983113"/>
              <a:chOff x="8783202" y="20530818"/>
              <a:chExt cx="10314355" cy="1114456"/>
            </a:xfrm>
          </p:grpSpPr>
          <p:cxnSp>
            <p:nvCxnSpPr>
              <p:cNvPr id="125" name="연결선: 꺾임 124">
                <a:extLst>
                  <a:ext uri="{FF2B5EF4-FFF2-40B4-BE49-F238E27FC236}">
                    <a16:creationId xmlns:a16="http://schemas.microsoft.com/office/drawing/2014/main" id="{A0DC842F-3B1F-6484-6270-90B6406901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13444357" y="15869664"/>
                <a:ext cx="992046" cy="10314355"/>
              </a:xfrm>
              <a:prstGeom prst="bentConnector2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직선 화살표 연결선 126">
                <a:extLst>
                  <a:ext uri="{FF2B5EF4-FFF2-40B4-BE49-F238E27FC236}">
                    <a16:creationId xmlns:a16="http://schemas.microsoft.com/office/drawing/2014/main" id="{3F8ADA9C-7CAB-2DD7-E4BE-43F2A49AC9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1102" y="20530818"/>
                <a:ext cx="0" cy="1114456"/>
              </a:xfrm>
              <a:prstGeom prst="straightConnector1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2" name="직선 화살표 연결선 131">
              <a:extLst>
                <a:ext uri="{FF2B5EF4-FFF2-40B4-BE49-F238E27FC236}">
                  <a16:creationId xmlns:a16="http://schemas.microsoft.com/office/drawing/2014/main" id="{D6BAB71B-401F-5CC4-0206-3929AF738645}"/>
                </a:ext>
              </a:extLst>
            </p:cNvPr>
            <p:cNvCxnSpPr>
              <a:cxnSpLocks/>
              <a:stCxn id="97" idx="3"/>
              <a:endCxn id="134" idx="1"/>
            </p:cNvCxnSpPr>
            <p:nvPr/>
          </p:nvCxnSpPr>
          <p:spPr>
            <a:xfrm>
              <a:off x="19894485" y="22310871"/>
              <a:ext cx="615266" cy="1124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79F790D-D62A-5DB9-8DFC-AB69E6100144}"/>
                </a:ext>
              </a:extLst>
            </p:cNvPr>
            <p:cNvSpPr txBox="1"/>
            <p:nvPr/>
          </p:nvSpPr>
          <p:spPr>
            <a:xfrm>
              <a:off x="17766851" y="21200050"/>
              <a:ext cx="720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False</a:t>
              </a:r>
              <a:endParaRPr lang="ko-KR" altLang="en-US" dirty="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E0AFA27-1E78-E3BF-0EAD-CE9523A1F22C}"/>
                </a:ext>
              </a:extLst>
            </p:cNvPr>
            <p:cNvSpPr txBox="1"/>
            <p:nvPr/>
          </p:nvSpPr>
          <p:spPr>
            <a:xfrm>
              <a:off x="19868752" y="22322114"/>
              <a:ext cx="6118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True</a:t>
              </a:r>
            </a:p>
          </p:txBody>
        </p:sp>
        <p:cxnSp>
          <p:nvCxnSpPr>
            <p:cNvPr id="146" name="직선 화살표 연결선 145">
              <a:extLst>
                <a:ext uri="{FF2B5EF4-FFF2-40B4-BE49-F238E27FC236}">
                  <a16:creationId xmlns:a16="http://schemas.microsoft.com/office/drawing/2014/main" id="{CC139977-FBD8-6528-92B3-7C7C28CC267F}"/>
                </a:ext>
              </a:extLst>
            </p:cNvPr>
            <p:cNvCxnSpPr>
              <a:cxnSpLocks/>
              <a:stCxn id="93" idx="3"/>
              <a:endCxn id="70" idx="1"/>
            </p:cNvCxnSpPr>
            <p:nvPr/>
          </p:nvCxnSpPr>
          <p:spPr>
            <a:xfrm flipV="1">
              <a:off x="6446941" y="22310871"/>
              <a:ext cx="857812" cy="6057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2AB4EB1C-326A-B14D-70C2-E476379281BB}"/>
                </a:ext>
              </a:extLst>
            </p:cNvPr>
            <p:cNvCxnSpPr>
              <a:cxnSpLocks/>
              <a:stCxn id="92" idx="0"/>
            </p:cNvCxnSpPr>
            <p:nvPr/>
          </p:nvCxnSpPr>
          <p:spPr>
            <a:xfrm flipH="1" flipV="1">
              <a:off x="11661923" y="23008576"/>
              <a:ext cx="336547" cy="111166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44FD109-F3D5-DD37-2518-AE53F65D3F85}"/>
                </a:ext>
              </a:extLst>
            </p:cNvPr>
            <p:cNvCxnSpPr>
              <a:cxnSpLocks/>
              <a:stCxn id="91" idx="0"/>
            </p:cNvCxnSpPr>
            <p:nvPr/>
          </p:nvCxnSpPr>
          <p:spPr>
            <a:xfrm flipV="1">
              <a:off x="6857505" y="22322114"/>
              <a:ext cx="5995" cy="87273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사각형: 잘린 한쪽 모서리 27">
              <a:extLst>
                <a:ext uri="{FF2B5EF4-FFF2-40B4-BE49-F238E27FC236}">
                  <a16:creationId xmlns:a16="http://schemas.microsoft.com/office/drawing/2014/main" id="{B86E97D7-98E1-BFCD-9D4F-C03D55B69FA8}"/>
                </a:ext>
              </a:extLst>
            </p:cNvPr>
            <p:cNvSpPr/>
            <p:nvPr/>
          </p:nvSpPr>
          <p:spPr>
            <a:xfrm>
              <a:off x="20661855" y="21797507"/>
              <a:ext cx="2520000" cy="432000"/>
            </a:xfrm>
            <a:prstGeom prst="snip1Rect">
              <a:avLst/>
            </a:prstGeom>
            <a:solidFill>
              <a:srgbClr val="E2F3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final_hypothesis.txt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사각형: 잘린 한쪽 모서리 28">
              <a:extLst>
                <a:ext uri="{FF2B5EF4-FFF2-40B4-BE49-F238E27FC236}">
                  <a16:creationId xmlns:a16="http://schemas.microsoft.com/office/drawing/2014/main" id="{00BFB4BE-1AD5-D0DD-3A42-5FE58E9C0116}"/>
                </a:ext>
              </a:extLst>
            </p:cNvPr>
            <p:cNvSpPr/>
            <p:nvPr/>
          </p:nvSpPr>
          <p:spPr>
            <a:xfrm>
              <a:off x="20652452" y="22414320"/>
              <a:ext cx="2520000" cy="432000"/>
            </a:xfrm>
            <a:prstGeom prst="snip1Rect">
              <a:avLst/>
            </a:prstGeom>
            <a:solidFill>
              <a:srgbClr val="E2F3F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final_candidates.json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8852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</TotalTime>
  <Words>253</Words>
  <Application>Microsoft Office PowerPoint</Application>
  <PresentationFormat>사용자 지정</PresentationFormat>
  <Paragraphs>83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김종흔</dc:creator>
  <cp:lastModifiedBy>김종흔</cp:lastModifiedBy>
  <cp:revision>50</cp:revision>
  <dcterms:created xsi:type="dcterms:W3CDTF">2025-08-11T04:52:30Z</dcterms:created>
  <dcterms:modified xsi:type="dcterms:W3CDTF">2025-08-13T17:04:23Z</dcterms:modified>
</cp:coreProperties>
</file>